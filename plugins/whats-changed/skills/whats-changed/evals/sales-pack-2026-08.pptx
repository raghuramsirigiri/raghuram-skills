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(£000s)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SMB</c:v>
                </c:pt>
                <c:pt idx="2">
                  <c:v>Public Sector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1331.3</c:v>
                </c:pt>
                <c:pt idx="1">
                  <c:v>395.3</c:v>
                </c:pt>
                <c:pt idx="2">
                  <c:v>115.6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Revenue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August 2026 · all figures £000s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 and region — August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863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sz="11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Value (£000s)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612.0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301.5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95.0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Ireland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142.8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210.4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Benelux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76.9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Iberia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Public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115.6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1,842.2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17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* Malta figures exclude intercompany recharges.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 — August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regions — August</a:t>
            </a:r>
          </a:p>
        </p:txBody>
      </p:sp>
      <p:pic>
        <p:nvPicPr>
          <p:cNvPr id="3" name="Picture 2" descr="chart-a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766560" cy="3594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48640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Source: regional MI extract (chart supplied by Finance)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Commentary — August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UK renewals weighted to the second half of the month.</a:t>
            </a:r>
          </a:p>
          <a:p>
            <a:r>
              <a:t>SMB Benelux rate card renegotiation agreed, effective 1 September.</a:t>
            </a:r>
          </a:p>
          <a:p>
            <a:r>
              <a:t>Iberia under review following the partner transition.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