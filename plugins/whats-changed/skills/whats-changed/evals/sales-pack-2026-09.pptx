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(£000s)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SMB</c:v>
                </c:pt>
                <c:pt idx="2">
                  <c:v>Public Sector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1284.2</c:v>
                </c:pt>
                <c:pt idx="1">
                  <c:v>387.20000000000005</c:v>
                </c:pt>
                <c:pt idx="2">
                  <c:v>111.8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Revenue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September 2026 · all figures £000s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— top 5 lines, September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863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sz="11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Value (£000s)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548.1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318.0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208.1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Ireland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141.9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Total (all lines)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1,785.8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Top 5 lines shown; full detail in the source workbook.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 — September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regions — September</a:t>
            </a:r>
          </a:p>
        </p:txBody>
      </p:sp>
      <p:pic>
        <p:nvPicPr>
          <p:cNvPr id="3" name="Picture 2" descr="chart-s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766560" cy="3594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48640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Source: regional MI extract (chart supplied by Finance)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Commentary — September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UK volumes down 13 units month on month; pricing held.</a:t>
            </a:r>
          </a:p>
          <a:p>
            <a:r>
              <a:t>SMB Benelux reflects the renegotiated rate card effective 1 September.</a:t>
            </a:r>
          </a:p>
          <a:p>
            <a:r>
              <a:t>Nordics opened as a new territory in September.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