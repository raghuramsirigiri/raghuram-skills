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Tickets received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Jul 2026</c:v>
                </c:pt>
                <c:pt idx="1">
                  <c:v>Aug 2026</c:v>
                </c:pt>
                <c:pt idx="2">
                  <c:v>Sep 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18400</c:v>
                </c:pt>
                <c:pt idx="1">
                  <c:v>19100</c:v>
                </c:pt>
                <c:pt idx="2">
                  <c:v>23700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Aug 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Billing</c:v>
                </c:pt>
                <c:pt idx="1">
                  <c:v>Metering</c:v>
                </c:pt>
                <c:pt idx="2">
                  <c:v>Service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410</c:v>
                </c:pt>
                <c:pt idx="1">
                  <c:v>260</c:v>
                </c:pt>
                <c:pt idx="2">
                  <c:v>190</c:v>
                </c:pt>
                <c:pt idx="3">
                  <c:v>140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 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Billing</c:v>
                </c:pt>
                <c:pt idx="1">
                  <c:v>Metering</c:v>
                </c:pt>
                <c:pt idx="2">
                  <c:v>Service</c:v>
                </c:pt>
                <c:pt idx="3">
                  <c:v>Other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1020</c:v>
                </c:pt>
                <c:pt idx="1">
                  <c:v>270</c:v>
                </c:pt>
                <c:pt idx="2">
                  <c:v>205</c:v>
                </c:pt>
                <c:pt idx="3">
                  <c:v>150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think the billing migration on 7 Sep is to blame, but root cause isn't confirmed yet — Ops analytics are still pulling the case codes.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structure went live 1 Aug. Say that handoffs are down about 30% — numbers to follow from Sam.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Operations — Q3 2026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Quarterly business review · Thu 8 Oct 2026 · Hollin Street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Volume</a:t>
            </a:r>
          </a:p>
          <a:p>
            <a:r>
              <a:t>Quality</a:t>
            </a:r>
          </a:p>
          <a:p>
            <a:r>
              <a:t>Complaints</a:t>
            </a:r>
          </a:p>
          <a:p>
            <a:r>
              <a:t>People</a:t>
            </a:r>
          </a:p>
          <a:p>
            <a:r>
              <a:t>Outlook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Ticket Volume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68580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63840" y="182880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Tickets received per month, all channels.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First-contact resolution reached 71%, above the 68% target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73152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First-contact resolution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Billing migration drove the September complaint spike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463040"/>
          <a:ext cx="68580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863840" y="182880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Complaints logged by category.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Headcount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858000" cy="426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63840" y="182880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Source: WFM system export.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Satisfaction and Cost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73152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1148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 2026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CSAT (post-contact survey)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79%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Cost per contact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£4.10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£3.65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Strong quarter for self-service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73152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1148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 2026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Self-service containment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Backlog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Open backlog: 4,300 tickets at end of September, against 1,900 at end of June.</a:t>
            </a:r>
          </a:p>
          <a:p>
            <a:pPr>
              <a:defRPr sz="1600"/>
            </a:pPr>
            <a:r>
              <a:t>Target: 2,000 open tickets by end of November — currently at risk.</a:t>
            </a:r>
          </a:p>
          <a:p>
            <a:pPr>
              <a:defRPr sz="1600"/>
            </a:pPr>
            <a:r>
              <a:t>Recovery plan with overtime and a temporary billing queue goes to the steering group on 15 Oct.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Outlook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73152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1148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 2026 (actual)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Q4 2026 (forecast)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Tickets received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65,000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3108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Forecast assumes billing complaints return to August levels by mid-November.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Priya Anand</a:t>
            </a:r>
          </a:p>
          <a:p>
            <a:pPr>
              <a:defRPr sz="1600"/>
            </a:pPr>
            <a:r>
              <a:t>Head of Customer 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6459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Tom Reyes</a:t>
            </a:r>
          </a:p>
          <a:p>
            <a:pPr>
              <a:defRPr sz="1600"/>
            </a:pPr>
            <a:r>
              <a:t>Billing Queue 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089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Ines Varga</a:t>
            </a:r>
          </a:p>
          <a:p>
            <a:pPr>
              <a:defRPr sz="1600"/>
            </a:pPr>
            <a:r>
              <a:t>Metering Queue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31089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Sam Okoro</a:t>
            </a:r>
          </a:p>
          <a:p>
            <a:pPr>
              <a:defRPr sz="1600"/>
            </a:pPr>
            <a:r>
              <a:t>Quality &amp; 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A1 · Ticket volume by channel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7315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r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Jul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Aug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Sep 2026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9,600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11,900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8,300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3,500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